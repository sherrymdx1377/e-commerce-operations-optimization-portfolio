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106" y="-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650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B3B5C"/>
          </a:solidFill>
          <a:ln w="12700">
            <a:solidFill>
              <a:srgbClr val="0B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54112" y="0"/>
            <a:ext cx="73152" cy="6858000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66751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Mapping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Improvement Analysis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85800" y="2907792"/>
            <a:ext cx="9601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12724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9EAFD"/>
                </a:solidFill>
              </a:rPr>
              <a:t>E-commerce order fulfillment and delivery process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776472"/>
            <a:ext cx="5989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7C8DE"/>
                </a:solidFill>
              </a:rPr>
              <a:t>A professional deck that maps the current workflow, diagnoses handoff risks, and proposes a practical improvement roadmap.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394192" y="1143000"/>
            <a:ext cx="338328" cy="338328"/>
          </a:xfrm>
          <a:prstGeom prst="ellipse">
            <a:avLst/>
          </a:prstGeom>
          <a:solidFill>
            <a:srgbClr val="0EA5A8"/>
          </a:solidFill>
          <a:ln>
            <a:solidFill>
              <a:srgbClr val="0EA5A8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69680" y="1115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69680" y="14356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FE1F2"/>
                </a:solidFill>
              </a:rPr>
              <a:t>Customer request submitted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558784" y="1572768"/>
            <a:ext cx="0" cy="621792"/>
          </a:xfrm>
          <a:prstGeom prst="line">
            <a:avLst/>
          </a:prstGeom>
          <a:noFill/>
          <a:ln w="12700">
            <a:solidFill>
              <a:srgbClr val="5B7D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94192" y="2221992"/>
            <a:ext cx="338328" cy="338328"/>
          </a:xfrm>
          <a:prstGeom prst="ellipse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69680" y="2194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Warehouse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69680" y="25146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FE1F2"/>
                </a:solidFill>
              </a:rPr>
              <a:t>Pick, pack, and dispatch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558784" y="2651760"/>
            <a:ext cx="0" cy="621792"/>
          </a:xfrm>
          <a:prstGeom prst="line">
            <a:avLst/>
          </a:prstGeom>
          <a:noFill/>
          <a:ln w="12700">
            <a:solidFill>
              <a:srgbClr val="5B7D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94192" y="3300984"/>
            <a:ext cx="338328" cy="338328"/>
          </a:xfrm>
          <a:prstGeom prst="ellipse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0" y="3273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Courier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69680" y="35935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FE1F2"/>
                </a:solidFill>
              </a:rPr>
              <a:t>SLA-based fulfillment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558784" y="3730752"/>
            <a:ext cx="0" cy="621792"/>
          </a:xfrm>
          <a:prstGeom prst="line">
            <a:avLst/>
          </a:prstGeom>
          <a:noFill/>
          <a:ln w="12700">
            <a:solidFill>
              <a:srgbClr val="5B7D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94192" y="4379976"/>
            <a:ext cx="338328" cy="338328"/>
          </a:xfrm>
          <a:prstGeom prst="ellipse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69680" y="4352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Customer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69680" y="46725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FE1F2"/>
                </a:solidFill>
              </a:rPr>
              <a:t>Delivery confirmation + feedback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201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A8"/>
                </a:solidFill>
              </a:rPr>
              <a:t>SCOPE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4114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and Process Scope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932688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focuses the assignment on one operational process and frames it using a simple SIPOC view.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Fulfillment Process Improvement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20272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508760"/>
            <a:ext cx="1965960" cy="310896"/>
          </a:xfrm>
          <a:prstGeom prst="roundRect">
            <a:avLst/>
          </a:prstGeom>
          <a:solidFill>
            <a:srgbClr val="DFF6F3"/>
          </a:solidFill>
          <a:ln>
            <a:solidFill>
              <a:srgbClr val="DFF6F3">
                <a:alpha val="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92024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Map a common operational workflow, identify inefficiencies, and design a practical improvement plan for better workflow efficiency.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41605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process: e-commerce order fulfillment and delivery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point: customer order placement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point: delivery confirmation and feedback review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1828800" cy="274320"/>
          </a:xfrm>
          <a:prstGeom prst="roundRect">
            <a:avLst/>
          </a:prstGeom>
          <a:solidFill>
            <a:srgbClr val="0EA5A8"/>
          </a:solidFill>
          <a:ln>
            <a:solidFill>
              <a:srgbClr val="0EA5A8">
                <a:alpha val="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scope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459028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Validation, warehouse queue, picking, packing, courier handoff, dispatch, delivery attempt, feedback and KPI review.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49808" y="5349240"/>
            <a:ext cx="1828800" cy="274320"/>
          </a:xfrm>
          <a:prstGeom prst="roundRect">
            <a:avLst/>
          </a:prstGeom>
          <a:solidFill>
            <a:srgbClr val="64748B"/>
          </a:solidFill>
          <a:ln>
            <a:solidFill>
              <a:srgbClr val="64748B">
                <a:alpha val="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scope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5715000"/>
            <a:ext cx="4069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Marketing, supplier negotiations, product design and finance reconciliation are excluded to keep the map focused.</a:t>
            </a:r>
            <a:endParaRPr lang="en-US" sz="102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6C28D20-62BE-2CD4-2E78-C2A62AA95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1330452"/>
            <a:ext cx="6583680" cy="4764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201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A8"/>
                </a:solidFill>
              </a:rPr>
              <a:t>CURRENT STATE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4114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Current-State Process 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932688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baseline workflow is mostly linear, with delay risk concentrated around handoffs and manual status updates.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Fulfillment Process Improvement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20272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B890088-959D-F01D-8968-5DBCC691C7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54"/>
          <a:stretch>
            <a:fillRect/>
          </a:stretch>
        </p:blipFill>
        <p:spPr>
          <a:xfrm>
            <a:off x="558614" y="1342614"/>
            <a:ext cx="10522251" cy="4739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201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A8"/>
                </a:solidFill>
              </a:rPr>
              <a:t>DIAGNOSIS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4114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Bottlenecks and Inefficiencies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932688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delays are caused by handoffs, visibility gaps, and delayed escalation rather than by a single step.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Fulfillment Process Improvement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20272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" y="1508760"/>
            <a:ext cx="338328" cy="338328"/>
          </a:xfrm>
          <a:prstGeom prst="ellipse">
            <a:avLst/>
          </a:prstGeom>
          <a:solidFill>
            <a:srgbClr val="DC2626"/>
          </a:solidFill>
          <a:ln>
            <a:solidFill>
              <a:srgbClr val="DC2626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43584" y="1499616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F172A"/>
                </a:solidFill>
              </a:rPr>
              <a:t>Manual validation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1243584" y="17556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Incomplete details can hold orders before warehouse release.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240280"/>
            <a:ext cx="338328" cy="338328"/>
          </a:xfrm>
          <a:prstGeom prst="ellipse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43584" y="2231136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F172A"/>
                </a:solidFill>
              </a:rPr>
              <a:t>Warehouse queueing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1243584" y="248716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 priority rules can push urgent orders behind low-risk orders.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8096" y="2971800"/>
            <a:ext cx="338328" cy="338328"/>
          </a:xfrm>
          <a:prstGeom prst="ellipse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43584" y="2962656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F172A"/>
                </a:solidFill>
              </a:rPr>
              <a:t>Pick and pack errors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1243584" y="3218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Manual checks create rework and missed dispatch windows.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8096" y="3703320"/>
            <a:ext cx="338328" cy="338328"/>
          </a:xfrm>
          <a:prstGeom prst="ellipse">
            <a:avLst/>
          </a:prstGeom>
          <a:solidFill>
            <a:srgbClr val="0EA5A8"/>
          </a:solidFill>
          <a:ln>
            <a:solidFill>
              <a:srgbClr val="0EA5A8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43584" y="3694176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F172A"/>
                </a:solidFill>
              </a:rPr>
              <a:t>Courier handoff gap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1243584" y="39502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Carrier performance is not visible enough by area or SLA.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68096" y="4434840"/>
            <a:ext cx="338328" cy="338328"/>
          </a:xfrm>
          <a:prstGeom prst="ellipse">
            <a:avLst/>
          </a:prstGeom>
          <a:solidFill>
            <a:srgbClr val="64748B"/>
          </a:solidFill>
          <a:ln>
            <a:solidFill>
              <a:srgbClr val="64748B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43584" y="4425696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F172A"/>
                </a:solidFill>
              </a:rPr>
              <a:t>Late feedback loop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1243584" y="46817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Review data is checked after the issue has already happened.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6384" y="5833872"/>
            <a:ext cx="1554480" cy="256032"/>
          </a:xfrm>
          <a:prstGeom prst="roundRect">
            <a:avLst/>
          </a:prstGeom>
          <a:solidFill>
            <a:srgbClr val="0EA5A8"/>
          </a:solidFill>
          <a:ln>
            <a:solidFill>
              <a:srgbClr val="0EA5A8">
                <a:alpha val="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theme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2487168" y="5779008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F172A"/>
                </a:solidFill>
              </a:rPr>
              <a:t>The process needs early warning indicators and clear ownership so teams can prevent delays instead of only reacting to them.</a:t>
            </a:r>
            <a:endParaRPr lang="en-US" sz="114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F5C3114-75CB-BE37-8F59-BAE7FC55D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448908"/>
            <a:ext cx="5609844" cy="3739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201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A8"/>
                </a:solidFill>
              </a:rPr>
              <a:t>MEASUREMENT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4114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Framework for Weekly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932688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set of KPIs connects process steps to measurable outcomes and weekly management actions.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Fulfillment Process Improvement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20272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253AE53-2813-7656-8EA1-D15C83E80E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028"/>
          <a:stretch>
            <a:fillRect/>
          </a:stretch>
        </p:blipFill>
        <p:spPr>
          <a:xfrm>
            <a:off x="566927" y="1362456"/>
            <a:ext cx="10753345" cy="50765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201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A8"/>
                </a:solidFill>
              </a:rPr>
              <a:t>FUTURE STATE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4114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Future-State Improved Process 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932688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points make risks visible before orders become late or customers complain.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Fulfillment Process Improvement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20272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C791FCA-106D-C344-70C2-2E19B51413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64"/>
          <a:stretch>
            <a:fillRect/>
          </a:stretch>
        </p:blipFill>
        <p:spPr>
          <a:xfrm>
            <a:off x="566927" y="1302604"/>
            <a:ext cx="10753345" cy="51548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201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A8"/>
                </a:solidFill>
              </a:rPr>
              <a:t>RECOMMENDATIONS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4114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Improvement Recommendations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932688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actions focus on practical, high-impact changes that improve visibility, accuracy and accountability.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Fulfillment Process Improvement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20272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DDBF480-11C4-14FF-C557-0BC33EB04C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67"/>
          <a:stretch>
            <a:fillRect/>
          </a:stretch>
        </p:blipFill>
        <p:spPr>
          <a:xfrm>
            <a:off x="566927" y="1298364"/>
            <a:ext cx="9765793" cy="47184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201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A8"/>
                </a:solidFill>
              </a:rPr>
              <a:t>PRIORITIZATION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4114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Matrix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932688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wins should be implemented first, while strategic projects can be planned after baseline KPI visibility improves.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Fulfillment Process Improvement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20272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29ADC8F-EDA1-B09D-057D-78E6EA39AC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505" b="1"/>
          <a:stretch>
            <a:fillRect/>
          </a:stretch>
        </p:blipFill>
        <p:spPr>
          <a:xfrm>
            <a:off x="566928" y="1349905"/>
            <a:ext cx="10753344" cy="4904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201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A8"/>
                </a:solidFill>
              </a:rPr>
              <a:t>ROADMAP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4114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 / 60 / 90 Day Implementation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932688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roadmap starts with governance and visibility, adds process controls, and then scales automation and alerts.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Fulfillment Process Improvement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20272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87552" y="5742432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Roadmap outcome: earlier detection, fewer avoidable delays, and a weekly cadence for continuous improvement.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4C589BA-7E18-88A2-2E8A-0B4B3B6C22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22"/>
          <a:stretch>
            <a:fillRect/>
          </a:stretch>
        </p:blipFill>
        <p:spPr>
          <a:xfrm>
            <a:off x="566928" y="1335023"/>
            <a:ext cx="10387584" cy="50841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201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A8"/>
                </a:solidFill>
              </a:rPr>
              <a:t>CONCLUSION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4114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Impact and Conclusion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932688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improvements should be validated with actual baseline data after implementation.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Fulfillment Process Improvement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20272" y="6455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464040" y="5989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A5A8"/>
                </a:solidFill>
              </a:rPr>
              <a:t>Thank you</a:t>
            </a:r>
            <a:endParaRPr lang="en-US" sz="10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F899EDE-11DF-DE67-052A-EBE257E797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09"/>
          <a:stretch>
            <a:fillRect/>
          </a:stretch>
        </p:blipFill>
        <p:spPr>
          <a:xfrm>
            <a:off x="566928" y="1423624"/>
            <a:ext cx="10592442" cy="4236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507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Fulfillment Process Improvement</dc:title>
  <dc:subject>Process Mapping and Improvement Analysis</dc:subject>
  <dc:creator>OpenAI</dc:creator>
  <cp:lastModifiedBy>Sherry Haghbin</cp:lastModifiedBy>
  <cp:revision>2</cp:revision>
  <dcterms:created xsi:type="dcterms:W3CDTF">2026-06-11T07:16:30Z</dcterms:created>
  <dcterms:modified xsi:type="dcterms:W3CDTF">2026-06-11T09:02:09Z</dcterms:modified>
</cp:coreProperties>
</file>